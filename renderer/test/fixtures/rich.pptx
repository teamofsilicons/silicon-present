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av" ContentType="audio/wav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fc25d507-1ca9-6903-11b8-8376e9757fdf}">
          <p14:sldIdLst>
            <p14:sldId id="256"/>
            <p14:sldId id="257"/>
          </p14:sldIdLst>
        </p14:section>
        <p14:section name="Default-1" id="{8d74d8b1-64b1-43bf-7bd4-3b7553e90f38}">
          <p14:sldIdLst>
            <p14:sldId id="258"/>
            <p14:sldId id="259"/>
            <p14:sldId id="260"/>
            <p14:sldId id="261"/>
            <p14:sldId id="262"/>
          </p14:sldIdLst>
        </p14:section>
        <p14:section name="End" id="{14e815eb-4d81-ff43-862f-859ab1054a86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Revenue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3B6E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12.5</c:v>
                </c:pt>
                <c:pt idx="2">
                  <c:v>9</c:v>
                </c:pt>
                <c:pt idx="3">
                  <c:v>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E261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</c:v>
                </c:pt>
                <c:pt idx="1">
                  <c:v>15</c:v>
                </c:pt>
                <c:pt idx="2">
                  <c:v>13</c:v>
                </c:pt>
                <c:pt idx="3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DA5DA"/>
              </a:solidFill>
              <a:effectLst/>
            </c:spPr>
          </c:dPt>
          <c:dPt>
            <c:idx val="1"/>
            <c:bubble3D val="0"/>
            <c:spPr>
              <a:solidFill>
                <a:srgbClr val="FAA43A"/>
              </a:solidFill>
              <a:effectLst/>
            </c:spPr>
          </c:dPt>
          <c:dPt>
            <c:idx val="2"/>
            <c:bubble3D val="0"/>
            <c:spPr>
              <a:solidFill>
                <a:srgbClr val="60BD68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Trend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5</c:v>
                </c:pt>
                <c:pt idx="2">
                  <c:v>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
This is the second line of the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about lists.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2F5BEA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800" b="1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indent="0" marL="0">
              <a:buNone/>
            </a:pPr>
            <a:endParaRPr lang="en-US" sz="4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365760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555555"/>
                </a:solidFill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teamofsilicons.com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example.com" TargetMode="External"/><Relationship Id="rId1" Type="http://schemas.openxmlformats.org/officeDocument/2006/relationships/image" Target="../media/image-6-1.png"/><Relationship Id="rId3" Type="http://schemas.openxmlformats.org/officeDocument/2006/relationships/image" Target="../media/image-6-2.jpeg"/><Relationship Id="rId4" Type="http://schemas.openxmlformats.org/officeDocument/2006/relationships/video" Target="../media/media-6-3.mp4"/><Relationship Id="rId5" Type="http://schemas.microsoft.com/office/2007/relationships/media" Target="../media/media-6-3.mp4"/><Relationship Id="rId6" Type="http://schemas.openxmlformats.org/officeDocument/2006/relationships/image" Target="../media/image-6-5.png"/><Relationship Id="rId7" Type="http://schemas.openxmlformats.org/officeDocument/2006/relationships/audio" Target="../media/media-6-6.wav"/><Relationship Id="rId8" Type="http://schemas.microsoft.com/office/2007/relationships/media" Target="../media/media-6-6.wav"/><Relationship Id="rId9" Type="http://schemas.openxmlformats.org/officeDocument/2006/relationships/image" Target="../media/image-6-8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4800" b="1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Rich fixture deck</a:t>
            </a:r>
            <a:endParaRPr lang="en-US" sz="4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365760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55555"/>
                </a:solidFill>
              </a:rPr>
              <a:t>Bold </a:t>
            </a:r>
            <a:pPr algn="ctr" indent="0" marL="0">
              <a:buNone/>
            </a:pPr>
            <a:r>
              <a:rPr lang="en-US" sz="2400" i="1" dirty="0">
                <a:solidFill>
                  <a:srgbClr val="555555"/>
                </a:solidFill>
              </a:rPr>
              <a:t>italic </a:t>
            </a:r>
            <a:pPr algn="ctr" indent="0" marL="0">
              <a:buNone/>
            </a:pPr>
            <a:r>
              <a:rPr lang="en-US" sz="2400" u="sng" dirty="0">
                <a:solidFill>
                  <a:srgbClr val="555555"/>
                </a:solidFill>
              </a:rPr>
              <a:t>underline </a:t>
            </a:r>
            <a:pPr algn="ctr" indent="0" marL="0">
              <a:buNone/>
            </a:pPr>
            <a:r>
              <a:rPr lang="en-US" sz="2400" dirty="0">
                <a:solidFill>
                  <a:srgbClr val="E5484D"/>
                </a:solidFill>
              </a:rPr>
              <a:t>red </a:t>
            </a:r>
            <a:pPr algn="ctr" indent="0" marL="0">
              <a:buNone/>
            </a:pPr>
            <a:r>
              <a:rPr lang="en-US" sz="3600" dirty="0">
                <a:solidFill>
                  <a:srgbClr val="555555"/>
                </a:solidFill>
              </a:rPr>
              <a:t>big </a:t>
            </a:r>
            <a:pPr algn="ctr" indent="0" marL="0">
              <a:buNone/>
            </a:pPr>
            <a:r>
              <a:rPr lang="en-US" sz="24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mono </a:t>
            </a:r>
            <a:pPr algn="ctr" indent="0" marL="0">
              <a:buNone/>
            </a:pPr>
            <a:r>
              <a:rPr lang="en-US" sz="2400" dirty="0">
                <a:solidFill>
                  <a:srgbClr val="555555"/>
                </a:solidFill>
                <a:highlight>
                  <a:srgbClr val="FFFF00"/>
                </a:highlight>
              </a:rPr>
              <a:t>highlight </a:t>
            </a:r>
            <a:pPr algn="ctr" indent="0" marL="0">
              <a:buNone/>
            </a:pPr>
            <a:r>
              <a:rPr lang="en-US" sz="2400" u="sng" dirty="0">
                <a:solidFill>
                  <a:srgbClr val="555555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Lists and boxes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5486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First bullet</a:t>
            </a:r>
            <a:endParaRPr lang="en-US" sz="2400" dirty="0"/>
          </a:p>
          <a:p>
            <a:pPr lvl="1" marL="6858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Nested bullet</a:t>
            </a:r>
            <a:endParaRPr lang="en-US" sz="24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400" dirty="0">
                <a:solidFill>
                  <a:srgbClr val="333333"/>
                </a:solidFill>
              </a:rPr>
              <a:t>Step one</a:t>
            </a:r>
            <a:endParaRPr lang="en-US" sz="24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400" dirty="0">
                <a:solidFill>
                  <a:srgbClr val="333333"/>
                </a:solidFill>
              </a:rPr>
              <a:t>Step two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0" y="1371600"/>
            <a:ext cx="5029200" cy="1371600"/>
          </a:xfrm>
          <a:prstGeom prst="rect">
            <a:avLst/>
          </a:prstGeom>
          <a:solidFill>
            <a:srgbClr val="FFF3D6"/>
          </a:solidFill>
          <a:ln w="25400">
            <a:solidFill>
              <a:srgbClr val="B4532A"/>
            </a:solidFill>
          </a:ln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B4532A"/>
                </a:solidFill>
              </a:rPr>
              <a:t>Boxed text, right aligned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286000" cy="1371600"/>
          </a:xfrm>
          <a:prstGeom prst="rect">
            <a:avLst/>
          </a:prstGeom>
          <a:solidFill>
            <a:srgbClr val="2F6B4F"/>
          </a:solidFill>
          <a:ln w="38100">
            <a:solidFill>
              <a:srgbClr val="1C2A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457200"/>
            <a:ext cx="2286000" cy="1371600"/>
          </a:xfrm>
          <a:prstGeom prst="ellipse">
            <a:avLst/>
          </a:prstGeom>
          <a:solidFill>
            <a:srgbClr val="C2733D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0" y="457200"/>
            <a:ext cx="2286000" cy="1371600"/>
          </a:xfrm>
          <a:prstGeom prst="roundRect">
            <a:avLst>
              <a:gd name="adj" fmla="val 20000"/>
            </a:avLst>
          </a:prstGeom>
          <a:solidFill>
            <a:srgbClr val="3B6E8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Rounded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 rot="1800000">
            <a:off x="8686800" y="457200"/>
            <a:ext cx="2286000" cy="1371600"/>
          </a:xfrm>
          <a:prstGeom prst="rightArrow">
            <a:avLst/>
          </a:prstGeom>
          <a:solidFill>
            <a:srgbClr val="8A9A3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743200"/>
            <a:ext cx="1828800" cy="1828800"/>
          </a:xfrm>
          <a:prstGeom prst="star5">
            <a:avLst/>
          </a:prstGeom>
          <a:solidFill>
            <a:srgbClr val="F2A93B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0" y="3200400"/>
            <a:ext cx="3657600" cy="0"/>
          </a:xfrm>
          <a:prstGeom prst="line">
            <a:avLst/>
          </a:prstGeom>
          <a:noFill/>
          <a:ln w="50800">
            <a:solidFill>
              <a:srgbClr val="1B1B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2743200"/>
            <a:ext cx="1828800" cy="1828800"/>
          </a:xfrm>
          <a:prstGeom prst="diamond">
            <a:avLst/>
          </a:prstGeom>
          <a:solidFill>
            <a:srgbClr val="E2614B"/>
          </a:solidFill>
          <a:ln/>
        </p:spPr>
      </p:sp>
    </p:spTree>
  </p:cSld>
  <p:transition spd="slow">
    <p:fade/>
  </p:transition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1F"/>
                </a:solidFill>
              </a:rPr>
              <a:t>Table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73152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286000"/>
                <a:gridCol w="22860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</a:rPr>
                        <a:t>Region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D74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D74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D74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74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</a:rPr>
                        <a:t>Q3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D74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D74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D74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74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</a:rPr>
                        <a:t>Q4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D74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D74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D74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74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6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</a:rPr>
                        <a:t>North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D74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D74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D74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74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</a:rPr>
                        <a:t>12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D74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D74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D74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74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</a:rPr>
                        <a:t>18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D74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D74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D74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74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</a:rPr>
                        <a:t>South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D74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D74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D74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74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</a:rPr>
                        <a:t>9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D74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D74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D74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74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</a:rPr>
                        <a:t>11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D74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D74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D74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74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457200" y="457200"/>
          <a:ext cx="54864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" name="Chart 1" descr=""/>
          <p:cNvGraphicFramePr/>
          <p:nvPr/>
        </p:nvGraphicFramePr>
        <p:xfrm>
          <a:off x="6400800" y="457200"/>
          <a:ext cx="50292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2" descr=""/>
          <p:cNvGraphicFramePr/>
          <p:nvPr/>
        </p:nvGraphicFramePr>
        <p:xfrm>
          <a:off x="457200" y="4754880"/>
          <a:ext cx="548640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ixture picture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4876495" cy="27432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457200"/>
            <a:ext cx="2743200" cy="2743200"/>
          </a:xfrm>
          <a:prstGeom prst="rect">
            <a:avLst/>
          </a:prstGeom>
        </p:spPr>
      </p:pic>
      <p:pic>
        <p:nvPicPr>
          <p:cNvPr id="6" name="Media 0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57200" y="3657600"/>
            <a:ext cx="4389120" cy="2468880"/>
          </a:xfrm>
          <a:prstGeom prst="rect">
            <a:avLst/>
          </a:prstGeom>
        </p:spPr>
      </p:pic>
      <p:pic>
        <p:nvPicPr>
          <p:cNvPr id="9" name="Media 1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5943600" y="41148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1B1F"/>
                </a:solidFill>
              </a:rPr>
              <a:t>Hidden slide</a:t>
            </a:r>
            <a:endParaRPr lang="en-US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1B1F"/>
                </a:solidFill>
              </a:rPr>
              <a:t>After the group</a:t>
            </a:r>
            <a:endParaRPr lang="en-US" sz="2400" dirty="0"/>
          </a:p>
        </p:txBody>
      </p:sp>
      <p:grpSp>
        <p:nvGrpSpPr>
          <p:cNvPr id="90" name="Group 1"/>
          <p:cNvGrpSpPr/>
          <p:nvPr/>
        </p:nvGrpSpPr>
        <p:grpSpPr>
          <a:xfrm>
            <a:off x="914400" y="2743200"/>
            <a:ext cx="2057400" cy="457200"/>
            <a:chOff x="914400" y="914400"/>
            <a:chExt cx="4114800" cy="914400"/>
          </a:xfrm>
        </p:grpSpPr>
        <p:sp>
          <p:nvSpPr>
            <p:cNvPr id="2" name="grouped-a"/>
            <p:cNvSpPr/>
            <p:nvPr/>
          </p:nvSpPr>
          <p:spPr>
            <a:xfrm>
              <a:off x="914400" y="914400"/>
              <a:ext cx="1828800" cy="914400"/>
            </a:xfrm>
            <a:prstGeom prst="rect">
              <a:avLst/>
            </a:prstGeom>
            <a:solidFill>
              <a:srgbClr val="12A594"/>
            </a:solidFill>
            <a:ln/>
          </p:spPr>
        </p:sp>
        <p:sp>
          <p:nvSpPr>
            <p:cNvPr id="3" name="grouped-b"/>
            <p:cNvSpPr/>
            <p:nvPr/>
          </p:nvSpPr>
          <p:spPr>
            <a:xfrm>
              <a:off x="3200400" y="914400"/>
              <a:ext cx="1828800" cy="914400"/>
            </a:xfrm>
            <a:prstGeom prst="ellipse">
              <a:avLst/>
            </a:prstGeom>
            <a:solidFill>
              <a:srgbClr val="E5484D"/>
            </a:solidFill>
            <a:ln/>
          </p:spPr>
        </p:sp>
      </p:grpSp>
      <p:sp>
        <p:nvSpPr>
          <p:cNvPr id="91" name="Custom shape"/>
          <p:cNvSpPr/>
          <p:nvPr/>
        </p:nvSpPr>
        <p:spPr>
          <a:xfrm>
            <a:off x="6400800" y="914400"/>
            <a:ext cx="1828800" cy="1828800"/>
          </a:xfrm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50" y="0"/>
                </a:moveTo>
                <a:lnTo>
                  <a:pt x="100" y="100"/>
                </a:lnTo>
                <a:lnTo>
                  <a:pt x="0" y="100"/>
                </a:lnTo>
                <a:lnTo>
                  <a:pt x="50" y="60"/>
                </a:lnTo>
                <a:close/>
              </a:path>
            </a:pathLst>
          </a:custGeom>
          <a:solidFill>
            <a:srgbClr val="7A4E3B"/>
          </a:solidFill>
        </p:spPr>
      </p:sp>
      <p:graphicFrame>
        <p:nvGraphicFramePr>
          <p:cNvPr id="92" name="Unknown object"/>
          <p:cNvGraphicFramePr/>
          <p:nvPr/>
        </p:nvGraphicFramePr>
        <p:xfrm>
          <a:off x="9144000" y="914400"/>
          <a:ext cx="1828800" cy="914400"/>
        </p:xfrm>
        <a:graphic>
          <a:graphicData uri="urn:silicon-present:unknown-object">
            <x:thing xmlns:x="urn:x"/>
          </a:graphicData>
        </a:graphic>
      </p:graphicFrame>
    </p:spTree>
  </p:cSld>
  <p:transition spd="med">
    <p:push dir="u"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Rich fixture deck</dc:title>
  <dc:subject>PptxGenJS Presentation</dc:subject>
  <dc:creator>PptxGenJS</dc:creator>
  <cp:lastModifiedBy>PptxGenJS</cp:lastModifiedBy>
  <cp:revision>1</cp:revision>
  <dcterms:created xsi:type="dcterms:W3CDTF">2026-10-17T01:55:09Z</dcterms:created>
  <dcterms:modified xsi:type="dcterms:W3CDTF">2026-10-17T01:55:09Z</dcterms:modified>
</cp:coreProperties>
</file>